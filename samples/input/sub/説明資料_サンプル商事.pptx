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サンプル商事の部長様が出席予定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サンプル商事様 ご説明資料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2026年度 システム更改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窓口: サンプル</a:t>
            </a:r>
            <a:r>
              <a:rPr sz="2400"/>
              <a:t>商事 情報システム部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2004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役割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営業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株式会社テスト名古屋支店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